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5" y="9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453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2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pptx_work/icons/iil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2775204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/>
            <a:r>
              <a:rPr lang="en-IN" sz="4400" b="1" dirty="0">
                <a:solidFill>
                  <a:schemeClr val="bg1"/>
                </a:solidFill>
                <a:latin typeface="Georgia"/>
              </a:rPr>
              <a:t>MERN Stack  Internship</a:t>
            </a:r>
          </a:p>
        </p:txBody>
      </p:sp>
      <p:sp>
        <p:nvSpPr>
          <p:cNvPr id="9" name="Shape 6"/>
          <p:cNvSpPr/>
          <p:nvPr/>
        </p:nvSpPr>
        <p:spPr>
          <a:xfrm>
            <a:off x="658368" y="3794760"/>
            <a:ext cx="2011680" cy="0"/>
          </a:xfrm>
          <a:prstGeom prst="line">
            <a:avLst/>
          </a:prstGeom>
          <a:noFill/>
          <a:ln w="38100">
            <a:solidFill>
              <a:srgbClr val="4C7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Shweta Yadav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  |  Semester: [7th]  |  Enrollment No.: 2341517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5623560"/>
            <a:ext cx="10908792" cy="77724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5760720"/>
            <a:ext cx="502920" cy="50292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14" name="Image 1" descr="/home/claude/pptx_work/icons/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" y="587387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56875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
</a:t>
            </a:r>
            <a:endParaRPr lang="en-US" sz="1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200" b="1" dirty="0" err="1">
                <a:solidFill>
                  <a:schemeClr val="bg1"/>
                </a:solidFill>
                <a:latin typeface="Aptos"/>
              </a:rPr>
              <a:t>KodeMelon</a:t>
            </a:r>
            <a:r>
              <a:rPr lang="en-IN" sz="1200" b="1" dirty="0">
                <a:solidFill>
                  <a:schemeClr val="bg1"/>
                </a:solidFill>
                <a:latin typeface="Aptos"/>
              </a:rPr>
              <a:t> Technologies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126480" y="5760720"/>
            <a:ext cx="502920" cy="50292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17" name="Image 2" descr="/home/claude/pptx_work/icons/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637" y="587387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56875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
</a:t>
            </a:r>
            <a:endParaRPr lang="en-US" sz="1100" dirty="0"/>
          </a:p>
          <a:p>
            <a:r>
              <a:rPr lang="en-IN" sz="1100" b="1" dirty="0">
                <a:solidFill>
                  <a:schemeClr val="bg1"/>
                </a:solidFill>
                <a:latin typeface="Aptos"/>
              </a:rPr>
              <a:t>24 June 2026 – 24 September 2026</a:t>
            </a:r>
            <a:endParaRPr lang="en-US" sz="11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·  THE ORGANIZATION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</a:t>
            </a:r>
            <a:r>
              <a:rPr lang="en-IN" sz="3200" b="1" dirty="0">
                <a:solidFill>
                  <a:srgbClr val="0C1F3A"/>
                </a:solidFill>
                <a:latin typeface="Georgia"/>
              </a:rPr>
              <a:t> </a:t>
            </a:r>
            <a:r>
              <a:rPr lang="en-IN" sz="3200" b="1" dirty="0" err="1">
                <a:solidFill>
                  <a:srgbClr val="0C1F3A"/>
                </a:solidFill>
                <a:latin typeface="Georgia"/>
              </a:rPr>
              <a:t>KodeMelon</a:t>
            </a:r>
            <a:r>
              <a:rPr lang="en-IN" sz="3200" b="1" dirty="0">
                <a:solidFill>
                  <a:srgbClr val="0C1F3A"/>
                </a:solidFill>
                <a:latin typeface="Georgia"/>
              </a:rPr>
              <a:t> Technologies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75945" y="1506777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646E78"/>
                </a:solidFill>
                <a:latin typeface="Aptos"/>
              </a:rPr>
              <a:t>Full-stack development using the MERN stack, with the internship work centered on a School ERP solution.
The technical document covers market research, architecture, database design, API design, scalability, security and AI-powered features.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laptop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27089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606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responsive user interfaces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ptx_work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336727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2644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interactive frontend features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9227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pptx_work/icons/layer-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4025646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92277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reusable frontend components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45811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3" descr="/home/claude/pptx_work/icons/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" y="4684014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458114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website structure and user experience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/home/claude/pptx_work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" y="5342382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523951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modern frontend development practices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040880" y="1371600"/>
            <a:ext cx="4572000" cy="461772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21" name="Shape 14"/>
          <p:cNvSpPr/>
          <p:nvPr/>
        </p:nvSpPr>
        <p:spPr>
          <a:xfrm>
            <a:off x="8641080" y="1965960"/>
            <a:ext cx="1371600" cy="137160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22" name="Image 5" descr="/home/claude/pptx_work/icons/build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9690" y="2274570"/>
            <a:ext cx="754380" cy="7543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69480" y="3657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8641080" y="4434840"/>
            <a:ext cx="1371600" cy="0"/>
          </a:xfrm>
          <a:prstGeom prst="line">
            <a:avLst/>
          </a:prstGeom>
          <a:noFill/>
          <a:ln w="25400">
            <a:solidFill>
              <a:srgbClr val="4C7FFF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7269480" y="4617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 ·  Interfaces  ·  Frontend Engineering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 ·  INTERNSHIP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user-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18047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
</a:t>
            </a:r>
            <a:endParaRPr lang="en-US" sz="1000" dirty="0"/>
          </a:p>
          <a:p>
            <a:r>
              <a:rPr lang="en-IN" sz="1100" b="1" dirty="0">
                <a:latin typeface="Aptos"/>
              </a:rPr>
              <a:t>MERN Stack Intern</a:t>
            </a:r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44568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icons/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180479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600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
</a:t>
            </a:r>
            <a:endParaRPr lang="en-US" sz="1000" dirty="0"/>
          </a:p>
          <a:p>
            <a:r>
              <a:rPr lang="en-IN" sz="1000" b="1" dirty="0" err="1">
                <a:solidFill>
                  <a:srgbClr val="0C1F3A"/>
                </a:solidFill>
                <a:latin typeface="Georgia"/>
              </a:rPr>
              <a:t>KodeMelon</a:t>
            </a:r>
            <a:r>
              <a:rPr lang="en-IN" sz="1000" b="1" dirty="0">
                <a:solidFill>
                  <a:srgbClr val="0C1F3A"/>
                </a:solidFill>
                <a:latin typeface="Georgia"/>
              </a:rPr>
              <a:t> Technologies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38160" y="141732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39328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x_work/icons/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485" y="180479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06840" y="1600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
</a:t>
            </a:r>
            <a:endParaRPr lang="en-US" sz="1000" dirty="0"/>
          </a:p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Frontend Development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TIMELINE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60120" y="3337560"/>
            <a:ext cx="102412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77824" y="3255264"/>
            <a:ext cx="164592" cy="164592"/>
          </a:xfrm>
          <a:prstGeom prst="ellipse">
            <a:avLst/>
          </a:prstGeom>
          <a:solidFill>
            <a:srgbClr val="4C7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3716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June 2026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3716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Start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078224" y="3255264"/>
            <a:ext cx="164592" cy="164592"/>
          </a:xfrm>
          <a:prstGeom prst="ellipse">
            <a:avLst/>
          </a:prstGeom>
          <a:solidFill>
            <a:srgbClr val="4C7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33756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33756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278624" y="3255264"/>
            <a:ext cx="164592" cy="164592"/>
          </a:xfrm>
          <a:prstGeom prst="ellipse">
            <a:avLst/>
          </a:prstGeom>
          <a:solidFill>
            <a:srgbClr val="4C7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53796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53796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UI Work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10479024" y="3255264"/>
            <a:ext cx="164592" cy="164592"/>
          </a:xfrm>
          <a:prstGeom prst="ellipse">
            <a:avLst/>
          </a:prstGeom>
          <a:solidFill>
            <a:srgbClr val="4C7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73836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 2026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73836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RESPONSIBILITIES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48640" y="48920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and developing frontend interfaces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responsive layouts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interactive UI features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6035040" y="48920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reusable components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website usability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interfaces across different screen sizes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 · 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objectives of my internship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21705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56232"/>
            <a:ext cx="43891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/>
              <a:t> </a:t>
            </a:r>
            <a:r>
              <a:rPr lang="en-US" sz="1200" dirty="0"/>
              <a:t>Understand how a modern School ERP can centralize academic and administrative activities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0528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work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85" y="21705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56232"/>
            <a:ext cx="43891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/>
              <a:t>Study existing School ERP products and compare their major features.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x_work/icons/mobile-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" y="340499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090672"/>
            <a:ext cx="43891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/>
              <a:t>sign a scalable MERN Stack architecture for a cloud-based ERP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309360" y="301752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10528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pptx_work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685" y="340499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8040" y="3090672"/>
            <a:ext cx="43891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Learn how interactive frontend features are implemented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25196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9808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pptx_work/icons/layer-gro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965" y="4639437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325112"/>
            <a:ext cx="43891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Understand component-based development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309360" y="425196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510528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/home/claude/pptx_work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3685" y="4639437"/>
            <a:ext cx="276606" cy="27660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78040" y="4325112"/>
            <a:ext cx="43891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Improve problem-solving and debugging skills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548640" y="548640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49808" y="5760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6" descr="/home/claude/pptx_work/icons/briefc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965" y="5873877"/>
            <a:ext cx="276606" cy="27660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417320" y="5559552"/>
            <a:ext cx="43891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Gain experience in a professional development environment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 · 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TECHNOLOGIES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19476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638" y="2091690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24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3756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20540" y="19476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work/icons/c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558" y="2091690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624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2648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09460" y="19476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x_work/icons/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478" y="2091690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624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91540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898380" y="19476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pptx_work/icons/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398" y="2091690"/>
            <a:ext cx="352044" cy="3520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15400" y="2624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37947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531620" y="39593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/home/claude/pptx_work/icons/vs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5638" y="4103370"/>
            <a:ext cx="352044" cy="3520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8640" y="46360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3337560" y="37947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320540" y="39593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/home/claude/pptx_work/icons/g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4558" y="4103370"/>
            <a:ext cx="352044" cy="3520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337560" y="46360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126480" y="37947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109460" y="39593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6" descr="/home/claude/pptx_work/icons/githu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3478" y="4103370"/>
            <a:ext cx="352044" cy="3520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126480" y="46360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8915400" y="37947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9898380" y="39593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7" descr="/home/claude/pptx_work/icons/sear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2398" y="4103370"/>
            <a:ext cx="352044" cy="35204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915400" y="46360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DevTools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39" name="Text 29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   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Development  +  Responsive Design  +  Interactive Components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 ·  RESPONSIBILITIES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&amp; Responsibilities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Frontend Developer Intern, my primary responsibility was to work on the user-facing part of web applications.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40864"/>
            <a:ext cx="109728" cy="109728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designs into functional web interfaces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09728" cy="109728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8892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responsive layouts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46704"/>
            <a:ext cx="109728" cy="109728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9184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reusable UI components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109728" cy="109728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947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interactive elements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109728" cy="109728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9768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consistent design across pages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109728" cy="109728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0060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UI issues and frontend bugs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358384"/>
            <a:ext cx="109728" cy="109728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0352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websites on different screen sizes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861304"/>
            <a:ext cx="109728" cy="109728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80644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overall user experience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1325880"/>
            <a:ext cx="5285232" cy="4892040"/>
          </a:xfrm>
          <a:prstGeom prst="roundRect">
            <a:avLst>
              <a:gd name="adj" fmla="val 224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2057400"/>
            <a:ext cx="566928" cy="566928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24" name="Image 0" descr="/home/claude/pptx_work/icons/pencil-ru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399" y="218495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52360" y="20574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7004304" y="2624328"/>
            <a:ext cx="0" cy="29260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720840" y="2916936"/>
            <a:ext cx="566928" cy="566928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28" name="Image 1" descr="/home/claude/pptx_work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399" y="3044495"/>
            <a:ext cx="311810" cy="31181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52360" y="291693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50" dirty="0"/>
          </a:p>
        </p:txBody>
      </p:sp>
      <p:sp>
        <p:nvSpPr>
          <p:cNvPr id="30" name="Shape 26"/>
          <p:cNvSpPr/>
          <p:nvPr/>
        </p:nvSpPr>
        <p:spPr>
          <a:xfrm>
            <a:off x="7004304" y="3483864"/>
            <a:ext cx="0" cy="29260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31" name="Shape 27"/>
          <p:cNvSpPr/>
          <p:nvPr/>
        </p:nvSpPr>
        <p:spPr>
          <a:xfrm>
            <a:off x="6720840" y="3776472"/>
            <a:ext cx="566928" cy="566928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32" name="Image 2" descr="/home/claude/pptx_work/icons/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399" y="3904031"/>
            <a:ext cx="311810" cy="31181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452360" y="37764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50" dirty="0"/>
          </a:p>
        </p:txBody>
      </p:sp>
      <p:sp>
        <p:nvSpPr>
          <p:cNvPr id="34" name="Shape 29"/>
          <p:cNvSpPr/>
          <p:nvPr/>
        </p:nvSpPr>
        <p:spPr>
          <a:xfrm>
            <a:off x="7004304" y="4343400"/>
            <a:ext cx="0" cy="29260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35" name="Shape 30"/>
          <p:cNvSpPr/>
          <p:nvPr/>
        </p:nvSpPr>
        <p:spPr>
          <a:xfrm>
            <a:off x="6720840" y="4636008"/>
            <a:ext cx="566928" cy="566928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36" name="Image 3" descr="/home/claude/pptx_work/icons/wre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399" y="4763567"/>
            <a:ext cx="311810" cy="31181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452360" y="463600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7004304" y="5202936"/>
            <a:ext cx="0" cy="29260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39" name="Shape 33"/>
          <p:cNvSpPr/>
          <p:nvPr/>
        </p:nvSpPr>
        <p:spPr>
          <a:xfrm>
            <a:off x="6720840" y="5495544"/>
            <a:ext cx="566928" cy="566928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40" name="Image 4" descr="/home/claude/pptx_work/icons/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399" y="5623103"/>
            <a:ext cx="311810" cy="31181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452360" y="549554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50" dirty="0"/>
          </a:p>
        </p:txBody>
      </p:sp>
      <p:sp>
        <p:nvSpPr>
          <p:cNvPr id="42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 ·  WORK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During Internship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828800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828800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8" name="Shape 6"/>
          <p:cNvSpPr/>
          <p:nvPr/>
        </p:nvSpPr>
        <p:spPr>
          <a:xfrm>
            <a:off x="1453896" y="1828800"/>
            <a:ext cx="109728" cy="1097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2240280"/>
            <a:ext cx="914400" cy="91440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10" name="Image 0" descr="/home/claude/pptx_work/icons/window-re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20" y="244602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6118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8404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Website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8680" y="427939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portfolio interface presenting skills, projects, and professional details in a clean, responsive format.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89204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user interface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sections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navigation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99632" y="141732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19672" y="169164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7" name="Shape 14"/>
          <p:cNvSpPr/>
          <p:nvPr/>
        </p:nvSpPr>
        <p:spPr>
          <a:xfrm>
            <a:off x="6702552" y="1828800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5"/>
          <p:cNvSpPr/>
          <p:nvPr/>
        </p:nvSpPr>
        <p:spPr>
          <a:xfrm>
            <a:off x="6903720" y="1828800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9" name="Shape 16"/>
          <p:cNvSpPr/>
          <p:nvPr/>
        </p:nvSpPr>
        <p:spPr>
          <a:xfrm>
            <a:off x="7104888" y="1828800"/>
            <a:ext cx="109728" cy="1097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240280"/>
            <a:ext cx="914400" cy="91440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21" name="Image 1" descr="/home/claude/pptx_work/icons/b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12" y="2446020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19672" y="36118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519672" y="38404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Hoobank UI</a:t>
            </a:r>
            <a:endParaRPr lang="en-US" sz="1900" dirty="0"/>
          </a:p>
        </p:txBody>
      </p:sp>
      <p:sp>
        <p:nvSpPr>
          <p:cNvPr id="24" name="Text 20"/>
          <p:cNvSpPr/>
          <p:nvPr/>
        </p:nvSpPr>
        <p:spPr>
          <a:xfrm>
            <a:off x="6519672" y="427939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banking/financial website interface developed with a focus on clean UI and responsive design.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519672" y="489204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landing page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sections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components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elements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visual design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737360"/>
            <a:ext cx="3200400" cy="3200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 ·  PROCESS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4698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>
                <a:solidFill>
                  <a:schemeClr val="bg1"/>
                </a:solidFill>
                <a:latin typeface="Georgia"/>
              </a:rPr>
              <a:t>Core School ERP Modules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33994" y="1874520"/>
            <a:ext cx="731520" cy="73152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6" name="Image 0" descr="/home/claude/pptx_wor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86" y="20391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150222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83802" y="1965960"/>
            <a:ext cx="8255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527663" y="1874520"/>
            <a:ext cx="731520" cy="73152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10" name="Image 1" descr="/home/claude/pptx_work/icons/pencil-r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255" y="20391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2309" y="2697480"/>
            <a:ext cx="150222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277471" y="1965960"/>
            <a:ext cx="8255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121331" y="1874520"/>
            <a:ext cx="731520" cy="73152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14" name="Image 2" descr="/home/claude/pptx_work/icons/layer-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5923" y="203911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35977" y="2697480"/>
            <a:ext cx="150222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871139" y="1965960"/>
            <a:ext cx="8255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5715000" y="1874520"/>
            <a:ext cx="731520" cy="73152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18" name="Image 3" descr="/home/claude/pptx_work/icons/mobile-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20391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29646" y="2697480"/>
            <a:ext cx="150222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464808" y="1965960"/>
            <a:ext cx="8255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7308669" y="1874520"/>
            <a:ext cx="731520" cy="73152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22" name="Image 4" descr="/home/claude/pptx_work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3261" y="203911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23314" y="2697480"/>
            <a:ext cx="150222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8058477" y="1965960"/>
            <a:ext cx="8255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8902337" y="1874520"/>
            <a:ext cx="731520" cy="73152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26" name="Image 5" descr="/home/claude/pptx_work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6929" y="2039112"/>
            <a:ext cx="402336" cy="40233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16983" y="2697480"/>
            <a:ext cx="150222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9652145" y="1965960"/>
            <a:ext cx="8255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10496006" y="1874520"/>
            <a:ext cx="731520" cy="73152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30" name="Image 6" descr="/home/claude/pptx_work/icons/roc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0598" y="2039112"/>
            <a:ext cx="402336" cy="40233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110651" y="2697480"/>
            <a:ext cx="150222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548640" y="3794760"/>
            <a:ext cx="11091672" cy="2286000"/>
          </a:xfrm>
          <a:prstGeom prst="roundRect">
            <a:avLst>
              <a:gd name="adj" fmla="val 4800"/>
            </a:avLst>
          </a:prstGeom>
          <a:solidFill>
            <a:srgbClr val="141A45"/>
          </a:solidFill>
          <a:ln/>
        </p:spPr>
      </p:sp>
      <p:sp>
        <p:nvSpPr>
          <p:cNvPr id="33" name="Text 24"/>
          <p:cNvSpPr/>
          <p:nvPr/>
        </p:nvSpPr>
        <p:spPr>
          <a:xfrm>
            <a:off x="91440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914400" y="44348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followed a structured development process to convert requirements and designs into functional and responsive web interfaces. This helped me understand how frontend development works in a professional environment.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 ·  PROBLEM SOLVING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14173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95681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pptx_work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2055571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783080"/>
            <a:ext cx="4343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responsive layouts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806440" y="1783080"/>
            <a:ext cx="50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0" y="1783080"/>
            <a:ext cx="523951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65392" y="1956816"/>
            <a:ext cx="438912" cy="438912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13" name="Image 1" descr="/home/claude/pptx_work/icons/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47" y="205557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783080"/>
            <a:ext cx="4389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responsive CSS techniques and flexible layouts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2679192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285292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x_work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2951683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679192"/>
            <a:ext cx="4343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consistent UI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806440" y="2679192"/>
            <a:ext cx="50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400800" y="2679192"/>
            <a:ext cx="523951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65392" y="2852928"/>
            <a:ext cx="438912" cy="438912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22" name="Image 3" descr="/home/claude/pptx_work/icons/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47" y="2951683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2679192"/>
            <a:ext cx="4389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reusable components and consistent styling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3575304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374904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ptx_work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3847795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3575304"/>
            <a:ext cx="4343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interactive features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806440" y="3575304"/>
            <a:ext cx="50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6400800" y="3575304"/>
            <a:ext cx="523951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65392" y="3749040"/>
            <a:ext cx="438912" cy="438912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31" name="Image 5" descr="/home/claude/pptx_work/icons/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47" y="3847795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3575304"/>
            <a:ext cx="4389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JavaScript / React.js logic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548640" y="4471416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13232" y="464515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6" descr="/home/claude/pptx_work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4743907"/>
            <a:ext cx="241402" cy="24140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280160" y="4471416"/>
            <a:ext cx="4343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fixing UI bugs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5806440" y="4471416"/>
            <a:ext cx="50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29"/>
          <p:cNvSpPr/>
          <p:nvPr/>
        </p:nvSpPr>
        <p:spPr>
          <a:xfrm>
            <a:off x="6400800" y="4471416"/>
            <a:ext cx="523951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565392" y="4645152"/>
            <a:ext cx="438912" cy="438912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40" name="Image 7" descr="/home/claude/pptx_work/icons/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47" y="4743907"/>
            <a:ext cx="241402" cy="24140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132320" y="4471416"/>
            <a:ext cx="4389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browser developer tools and systematic debugging</a:t>
            </a:r>
            <a:endParaRPr lang="en-US" sz="1150" dirty="0"/>
          </a:p>
        </p:txBody>
      </p:sp>
      <p:sp>
        <p:nvSpPr>
          <p:cNvPr id="42" name="Shape 32"/>
          <p:cNvSpPr/>
          <p:nvPr/>
        </p:nvSpPr>
        <p:spPr>
          <a:xfrm>
            <a:off x="548640" y="5367528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713232" y="554126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4" name="Image 8" descr="/home/claude/pptx_work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5640019"/>
            <a:ext cx="241402" cy="24140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280160" y="5367528"/>
            <a:ext cx="4343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different screen sizes</a:t>
            </a:r>
            <a:endParaRPr lang="en-US" sz="1150" dirty="0"/>
          </a:p>
        </p:txBody>
      </p:sp>
      <p:sp>
        <p:nvSpPr>
          <p:cNvPr id="46" name="Text 35"/>
          <p:cNvSpPr/>
          <p:nvPr/>
        </p:nvSpPr>
        <p:spPr>
          <a:xfrm>
            <a:off x="5806440" y="5367528"/>
            <a:ext cx="50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Shape 36"/>
          <p:cNvSpPr/>
          <p:nvPr/>
        </p:nvSpPr>
        <p:spPr>
          <a:xfrm>
            <a:off x="6400800" y="5367528"/>
            <a:ext cx="523951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6565392" y="5541264"/>
            <a:ext cx="438912" cy="438912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49" name="Image 9" descr="/home/claude/pptx_work/icons/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47" y="5640019"/>
            <a:ext cx="241402" cy="241402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7132320" y="5367528"/>
            <a:ext cx="4389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layouts across desktop, tablet, and mobile views</a:t>
            </a:r>
            <a:endParaRPr lang="en-US" sz="1150" dirty="0"/>
          </a:p>
        </p:txBody>
      </p:sp>
      <p:sp>
        <p:nvSpPr>
          <p:cNvPr id="51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· 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internship, I improved both my technical and professional skills.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1808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57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80720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7432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168396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10438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352958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46557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389077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382676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425196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41879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Design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68680" y="461314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1097280" y="454914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Implementation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68680" y="4974336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1097280" y="491032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Development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68680" y="533552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1097280" y="527151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68680" y="569671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1097280" y="563270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199632" y="17830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73952" y="2057400"/>
            <a:ext cx="548640" cy="54864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29" name="Image 1" descr="/home/claude/pptx_work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2180844"/>
            <a:ext cx="301752" cy="30175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159752" y="2057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Skills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6519672" y="2807208"/>
            <a:ext cx="100584" cy="100584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32" name="Text 28"/>
          <p:cNvSpPr/>
          <p:nvPr/>
        </p:nvSpPr>
        <p:spPr>
          <a:xfrm>
            <a:off x="6748272" y="27432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519672" y="3264408"/>
            <a:ext cx="100584" cy="100584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34" name="Text 30"/>
          <p:cNvSpPr/>
          <p:nvPr/>
        </p:nvSpPr>
        <p:spPr>
          <a:xfrm>
            <a:off x="6748272" y="32004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519672" y="3721608"/>
            <a:ext cx="100584" cy="100584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36" name="Text 32"/>
          <p:cNvSpPr/>
          <p:nvPr/>
        </p:nvSpPr>
        <p:spPr>
          <a:xfrm>
            <a:off x="6748272" y="36576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519672" y="4178808"/>
            <a:ext cx="100584" cy="100584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38" name="Text 34"/>
          <p:cNvSpPr/>
          <p:nvPr/>
        </p:nvSpPr>
        <p:spPr>
          <a:xfrm>
            <a:off x="6748272" y="41148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519672" y="4636008"/>
            <a:ext cx="100584" cy="100584"/>
          </a:xfrm>
          <a:prstGeom prst="ellipse">
            <a:avLst/>
          </a:prstGeom>
          <a:solidFill>
            <a:srgbClr val="4C7FFF"/>
          </a:solidFill>
          <a:ln/>
        </p:spPr>
      </p:sp>
      <p:sp>
        <p:nvSpPr>
          <p:cNvPr id="40" name="Text 36"/>
          <p:cNvSpPr/>
          <p:nvPr/>
        </p:nvSpPr>
        <p:spPr>
          <a:xfrm>
            <a:off x="6748272" y="45720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Project Requirements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·  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helped me bridge the gap between academic learning and practical development.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00253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how frontend development is performed in a professional environment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ptx_work/icons/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6243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5420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my ability to build responsive interfaces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1638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pptx_work/icons/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24612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31638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experience with frontend technologies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78561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3" descr="/home/claude/pptx_work/icons/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86791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78561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create reusable and maintainable UI components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126480" y="1920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/home/claude/pptx_work/icons/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200253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8368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debugging and problem-solving abilities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126480" y="25420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5" descr="/home/claude/pptx_work/icons/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2624328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583680" y="25420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better understanding of user-focused web design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126480" y="31638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6" descr="/home/claude/pptx_work/icons/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3246120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583680" y="31638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confidence in working on real-world frontend projects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548640" y="53492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27" name="Shape 18"/>
          <p:cNvSpPr/>
          <p:nvPr/>
        </p:nvSpPr>
        <p:spPr>
          <a:xfrm>
            <a:off x="517779" y="5605272"/>
            <a:ext cx="548640" cy="54864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28" name="Image 7" descr="/home/claude/pptx_work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3" y="5728716"/>
            <a:ext cx="301752" cy="30175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020699" y="56052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3001518" y="560527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1"/>
          <p:cNvSpPr/>
          <p:nvPr/>
        </p:nvSpPr>
        <p:spPr>
          <a:xfrm>
            <a:off x="3290697" y="5605272"/>
            <a:ext cx="548640" cy="54864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32" name="Image 8" descr="/home/claude/pptx_work/icons/laptop-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4141" y="5728716"/>
            <a:ext cx="301752" cy="30175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793617" y="56052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5774436" y="560527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24"/>
          <p:cNvSpPr/>
          <p:nvPr/>
        </p:nvSpPr>
        <p:spPr>
          <a:xfrm>
            <a:off x="6063615" y="5605272"/>
            <a:ext cx="548640" cy="54864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36" name="Image 9" descr="/home/claude/pptx_work/icons/layer-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7059" y="5728716"/>
            <a:ext cx="301752" cy="30175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566535" y="56052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8547354" y="560527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27"/>
          <p:cNvSpPr/>
          <p:nvPr/>
        </p:nvSpPr>
        <p:spPr>
          <a:xfrm>
            <a:off x="8836533" y="5605272"/>
            <a:ext cx="548640" cy="548640"/>
          </a:xfrm>
          <a:prstGeom prst="ellipse">
            <a:avLst/>
          </a:prstGeom>
          <a:solidFill>
            <a:srgbClr val="4C7FFF"/>
          </a:solidFill>
          <a:ln/>
        </p:spPr>
      </p:sp>
      <p:pic>
        <p:nvPicPr>
          <p:cNvPr id="40" name="Image 10" descr="/home/claude/pptx_work/icons/chart-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9977" y="5728716"/>
            <a:ext cx="301752" cy="30175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9339453" y="56052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42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84632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 ·  CLOSING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internship at </a:t>
            </a:r>
            <a:r>
              <a:rPr lang="en-IN" sz="1400" dirty="0">
                <a:solidFill>
                  <a:srgbClr val="646E78"/>
                </a:solidFill>
                <a:latin typeface="Aptos"/>
              </a:rPr>
              <a:t> </a:t>
            </a:r>
            <a:r>
              <a:rPr lang="en-I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KodeMelon</a:t>
            </a: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 Technologies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provided valuable practical experience in frontend development. It allowed me to apply my technical knowledge to real-world web development tasks and improve my understanding of responsive interfaces, interactive features, and frontend components.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has strengthened my interest in frontend development and helped me become more confident in building modern web interfaces.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429000"/>
            <a:ext cx="2011680" cy="0"/>
          </a:xfrm>
          <a:prstGeom prst="line">
            <a:avLst/>
          </a:prstGeom>
          <a:noFill/>
          <a:ln w="38100">
            <a:solidFill>
              <a:srgbClr val="4C7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370332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claude/pptx_work/icons/iil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379476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Shweta Yadav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  ·  IILM University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838</Words>
  <Application>Microsoft Office PowerPoint</Application>
  <PresentationFormat>Custom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Kaushlendra Dwivedi</cp:lastModifiedBy>
  <cp:revision>3</cp:revision>
  <dcterms:created xsi:type="dcterms:W3CDTF">2026-08-30T13:26:45Z</dcterms:created>
  <dcterms:modified xsi:type="dcterms:W3CDTF">2026-09-10T08:39:23Z</dcterms:modified>
</cp:coreProperties>
</file>